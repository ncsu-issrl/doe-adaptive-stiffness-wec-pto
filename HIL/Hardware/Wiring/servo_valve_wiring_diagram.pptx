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2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6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3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0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3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9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1" name="Google Shape;71;p1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 rot="5400000">
            <a:off x="4544219" y="-912019"/>
            <a:ext cx="31035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3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Google Shape;85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8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0"/>
            <a:ext cx="12192000" cy="565798"/>
          </a:xfrm>
          <a:prstGeom prst="rect">
            <a:avLst/>
          </a:prstGeom>
          <a:solidFill>
            <a:srgbClr val="2139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Google Shape;16;p3"/>
          <p:cNvSpPr txBox="1"/>
          <p:nvPr/>
        </p:nvSpPr>
        <p:spPr>
          <a:xfrm>
            <a:off x="2855073" y="25731"/>
            <a:ext cx="6481855" cy="50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A6CA"/>
                </a:solidFill>
                <a:latin typeface="Arial"/>
                <a:ea typeface="Arial"/>
                <a:cs typeface="Arial"/>
                <a:sym typeface="Arial"/>
              </a:rPr>
              <a:t>Intelligent Structures and Systems Research Lab</a:t>
            </a:r>
            <a:endParaRPr sz="1400"/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6A6CA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86A6CA"/>
                </a:solidFill>
                <a:latin typeface="Arial"/>
                <a:ea typeface="Arial"/>
                <a:cs typeface="Arial"/>
                <a:sym typeface="Arial"/>
              </a:rPr>
              <a:t>Carson McGuire • Matthew Bryant</a:t>
            </a:r>
            <a:endParaRPr sz="1000" b="0" i="1" u="none" strike="noStrike" cap="none">
              <a:solidFill>
                <a:srgbClr val="86A6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11">
            <a:alphaModFix/>
          </a:blip>
          <a:srcRect l="2363" t="12363" r="2530" b="22759"/>
          <a:stretch/>
        </p:blipFill>
        <p:spPr>
          <a:xfrm>
            <a:off x="68953" y="48482"/>
            <a:ext cx="135858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49990" y="0"/>
            <a:ext cx="1142010" cy="566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3095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F8E2-9935-C5F3-9D5B-0CAFAFF4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AAA1-9AAB-C0CF-0B6C-D33A340D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4010"/>
            <a:ext cx="10972800" cy="535580"/>
          </a:xfrm>
        </p:spPr>
        <p:txBody>
          <a:bodyPr/>
          <a:lstStyle/>
          <a:p>
            <a:r>
              <a:rPr lang="en-US" sz="2400" noProof="0" dirty="0">
                <a:ea typeface="Calibri"/>
                <a:sym typeface="Calibri"/>
              </a:rPr>
              <a:t>Subtask 4.3.0: Valve Control Wiring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E45B0-B5CD-7141-7878-20C0551F88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32628CD5-8B74-8A6F-EE94-A605E85A7101}"/>
              </a:ext>
            </a:extLst>
          </p:cNvPr>
          <p:cNvGrpSpPr/>
          <p:nvPr/>
        </p:nvGrpSpPr>
        <p:grpSpPr>
          <a:xfrm>
            <a:off x="492668" y="1216729"/>
            <a:ext cx="11206664" cy="5403397"/>
            <a:chOff x="492668" y="1216729"/>
            <a:chExt cx="11206664" cy="54033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FD15C63-0806-C4D7-A5A6-2A6519E64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79004" y="1412678"/>
              <a:ext cx="2220328" cy="304960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699156-99CF-D522-98A9-3BD2F5A86487}"/>
                </a:ext>
              </a:extLst>
            </p:cNvPr>
            <p:cNvSpPr/>
            <p:nvPr/>
          </p:nvSpPr>
          <p:spPr>
            <a:xfrm>
              <a:off x="9407037" y="2969342"/>
              <a:ext cx="541866" cy="12477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9FA38F-B7FF-9D46-7881-3E47A0185F27}"/>
                </a:ext>
              </a:extLst>
            </p:cNvPr>
            <p:cNvSpPr/>
            <p:nvPr/>
          </p:nvSpPr>
          <p:spPr>
            <a:xfrm>
              <a:off x="8832335" y="1897194"/>
              <a:ext cx="210636" cy="226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CE7577A-92FA-4859-6861-F891452E4EC6}"/>
                </a:ext>
              </a:extLst>
            </p:cNvPr>
            <p:cNvCxnSpPr>
              <a:stCxn id="5" idx="1"/>
            </p:cNvCxnSpPr>
            <p:nvPr/>
          </p:nvCxnSpPr>
          <p:spPr>
            <a:xfrm flipH="1" flipV="1">
              <a:off x="9042971" y="2031549"/>
              <a:ext cx="364066" cy="10001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C62761-EC8F-11CE-79B1-C5C84BDFFD9E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9042971" y="2357515"/>
              <a:ext cx="364066" cy="67421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8ADBD0-F01A-C951-6840-1ECC5271BD70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9042971" y="2680393"/>
              <a:ext cx="364066" cy="35133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84B496-19D3-E0F8-F85A-C70CDE80D533}"/>
                </a:ext>
              </a:extLst>
            </p:cNvPr>
            <p:cNvCxnSpPr>
              <a:cxnSpLocks/>
              <a:stCxn id="5" idx="1"/>
              <a:endCxn id="6" idx="3"/>
            </p:cNvCxnSpPr>
            <p:nvPr/>
          </p:nvCxnSpPr>
          <p:spPr>
            <a:xfrm flipH="1" flipV="1">
              <a:off x="9042971" y="3031728"/>
              <a:ext cx="364066" cy="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9A88CA-392E-5A2E-32AC-61061C2C58D7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9042971" y="3031729"/>
              <a:ext cx="364066" cy="322878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CB42BA6-8520-D5F7-FBB6-0A72E56A42F8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9042971" y="3031729"/>
              <a:ext cx="364066" cy="674213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B021B5D-95CA-004E-BE89-7C430076F8E6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9042971" y="3031729"/>
              <a:ext cx="364066" cy="1036053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1557815-7F7E-5B29-5046-9EB323988E33}"/>
                </a:ext>
              </a:extLst>
            </p:cNvPr>
            <p:cNvSpPr/>
            <p:nvPr/>
          </p:nvSpPr>
          <p:spPr>
            <a:xfrm>
              <a:off x="492668" y="1630493"/>
              <a:ext cx="1587500" cy="28024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  <a:sym typeface="Arial"/>
                </a:rPr>
                <a:t>Power Supply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C8D4F57-0E2C-511D-E6D8-830D5204A0D3}"/>
                </a:ext>
              </a:extLst>
            </p:cNvPr>
            <p:cNvSpPr txBox="1"/>
            <p:nvPr/>
          </p:nvSpPr>
          <p:spPr>
            <a:xfrm>
              <a:off x="1390135" y="2049738"/>
              <a:ext cx="651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24 V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667AF8-A7DE-AB0E-D8AD-23729236974D}"/>
                </a:ext>
              </a:extLst>
            </p:cNvPr>
            <p:cNvSpPr/>
            <p:nvPr/>
          </p:nvSpPr>
          <p:spPr>
            <a:xfrm>
              <a:off x="2080168" y="1848962"/>
              <a:ext cx="270933" cy="23706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1A83CA2-A99F-B63A-42D8-C7FE48D2147C}"/>
                </a:ext>
              </a:extLst>
            </p:cNvPr>
            <p:cNvSpPr/>
            <p:nvPr/>
          </p:nvSpPr>
          <p:spPr>
            <a:xfrm>
              <a:off x="2080168" y="2304498"/>
              <a:ext cx="270933" cy="2370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91E17F-C66A-878E-6826-0A73C59C855F}"/>
                </a:ext>
              </a:extLst>
            </p:cNvPr>
            <p:cNvSpPr txBox="1"/>
            <p:nvPr/>
          </p:nvSpPr>
          <p:spPr>
            <a:xfrm>
              <a:off x="1390135" y="3722664"/>
              <a:ext cx="651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12 V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DA2B7A2-83F3-DDC8-A00A-98A116E6D551}"/>
                </a:ext>
              </a:extLst>
            </p:cNvPr>
            <p:cNvSpPr/>
            <p:nvPr/>
          </p:nvSpPr>
          <p:spPr>
            <a:xfrm>
              <a:off x="2080168" y="3521888"/>
              <a:ext cx="270933" cy="237067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B37BA8D-FD77-98C7-5F71-7D9674F2DA00}"/>
                </a:ext>
              </a:extLst>
            </p:cNvPr>
            <p:cNvSpPr/>
            <p:nvPr/>
          </p:nvSpPr>
          <p:spPr>
            <a:xfrm>
              <a:off x="2080168" y="3977424"/>
              <a:ext cx="270933" cy="2370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5E7D34E6-12AB-4F8F-9B81-D9B5D0C64C57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2351101" y="1967496"/>
              <a:ext cx="6691870" cy="396820"/>
            </a:xfrm>
            <a:prstGeom prst="bentConnector3">
              <a:avLst>
                <a:gd name="adj1" fmla="val 88272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4D99D13A-A3EA-B32B-9A1A-F5A6946966E8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2351101" y="2423032"/>
              <a:ext cx="6691870" cy="257361"/>
            </a:xfrm>
            <a:prstGeom prst="bentConnector3">
              <a:avLst>
                <a:gd name="adj1" fmla="val 85679"/>
              </a:avLst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E6BF468D-E4BF-0C15-D10F-DB8EFEDB3DF2}"/>
                </a:ext>
              </a:extLst>
            </p:cNvPr>
            <p:cNvCxnSpPr/>
            <p:nvPr/>
          </p:nvCxnSpPr>
          <p:spPr>
            <a:xfrm rot="16200000" flipH="1">
              <a:off x="7869309" y="2894119"/>
              <a:ext cx="1387389" cy="959936"/>
            </a:xfrm>
            <a:prstGeom prst="bentConnector3">
              <a:avLst>
                <a:gd name="adj1" fmla="val 99432"/>
              </a:avLst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7F1F0D2-54D2-EDCF-761E-13C10019EA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844" t="77222" b="1991"/>
            <a:stretch>
              <a:fillRect/>
            </a:stretch>
          </p:blipFill>
          <p:spPr bwMode="auto">
            <a:xfrm rot="5400000">
              <a:off x="3007843" y="4560699"/>
              <a:ext cx="1934427" cy="1242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DD42979-E6E1-17AF-BBE8-35B33EB342B2}"/>
                </a:ext>
              </a:extLst>
            </p:cNvPr>
            <p:cNvSpPr txBox="1"/>
            <p:nvPr/>
          </p:nvSpPr>
          <p:spPr>
            <a:xfrm>
              <a:off x="1716102" y="4876953"/>
              <a:ext cx="17399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NCD 4-20 mA I2C transmitter</a:t>
              </a:r>
            </a:p>
          </p:txBody>
        </p:sp>
        <p:cxnSp>
          <p:nvCxnSpPr>
            <p:cNvPr id="1035" name="Connector: Elbow 1034">
              <a:extLst>
                <a:ext uri="{FF2B5EF4-FFF2-40B4-BE49-F238E27FC236}">
                  <a16:creationId xmlns:a16="http://schemas.microsoft.com/office/drawing/2014/main" id="{C6740F8C-042F-FDF1-1CB0-EB39E9F5AB83}"/>
                </a:ext>
              </a:extLst>
            </p:cNvPr>
            <p:cNvCxnSpPr>
              <a:stCxn id="40" idx="3"/>
            </p:cNvCxnSpPr>
            <p:nvPr/>
          </p:nvCxnSpPr>
          <p:spPr>
            <a:xfrm flipV="1">
              <a:off x="2351101" y="3354607"/>
              <a:ext cx="6691870" cy="741351"/>
            </a:xfrm>
            <a:prstGeom prst="bentConnector3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306158E3-A270-9F65-E1A1-5A2DDAA05D6F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>
              <a:off x="2351101" y="3640422"/>
              <a:ext cx="1783056" cy="574069"/>
            </a:xfrm>
            <a:prstGeom prst="bentConnector3">
              <a:avLst>
                <a:gd name="adj1" fmla="val 99621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Connector: Elbow 1028">
              <a:extLst>
                <a:ext uri="{FF2B5EF4-FFF2-40B4-BE49-F238E27FC236}">
                  <a16:creationId xmlns:a16="http://schemas.microsoft.com/office/drawing/2014/main" id="{05A0BF97-4CBE-2D45-3EE5-5D7DCE8912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1307" y="3030618"/>
              <a:ext cx="4738311" cy="1205945"/>
            </a:xfrm>
            <a:prstGeom prst="bentConnector3">
              <a:avLst>
                <a:gd name="adj1" fmla="val 147"/>
              </a:avLst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Connector: Elbow 1036">
              <a:extLst>
                <a:ext uri="{FF2B5EF4-FFF2-40B4-BE49-F238E27FC236}">
                  <a16:creationId xmlns:a16="http://schemas.microsoft.com/office/drawing/2014/main" id="{5C113B77-02A4-2A9E-48A9-2368AC89782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304101" y="3705941"/>
              <a:ext cx="1738872" cy="1204835"/>
            </a:xfrm>
            <a:prstGeom prst="bentConnector3">
              <a:avLst>
                <a:gd name="adj1" fmla="val 99908"/>
              </a:avLst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FA8C50A9-F8C1-402F-C3AC-20EBD46122A7}"/>
                </a:ext>
              </a:extLst>
            </p:cNvPr>
            <p:cNvSpPr txBox="1"/>
            <p:nvPr/>
          </p:nvSpPr>
          <p:spPr>
            <a:xfrm>
              <a:off x="5845188" y="4901949"/>
              <a:ext cx="29178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4-20 mA servo angle measurement (not currently used)</a:t>
              </a:r>
            </a:p>
          </p:txBody>
        </p:sp>
        <p:cxnSp>
          <p:nvCxnSpPr>
            <p:cNvPr id="1044" name="Connector: Elbow 1043">
              <a:extLst>
                <a:ext uri="{FF2B5EF4-FFF2-40B4-BE49-F238E27FC236}">
                  <a16:creationId xmlns:a16="http://schemas.microsoft.com/office/drawing/2014/main" id="{9C05AC1C-2FC5-FFF9-47B3-A35DDB6BB95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502135" y="1552129"/>
              <a:ext cx="540836" cy="479421"/>
            </a:xfrm>
            <a:prstGeom prst="bentConnector3">
              <a:avLst>
                <a:gd name="adj1" fmla="val 99313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14B74624-AC56-84DF-D529-99E79F50AA1D}"/>
                </a:ext>
              </a:extLst>
            </p:cNvPr>
            <p:cNvSpPr txBox="1"/>
            <p:nvPr/>
          </p:nvSpPr>
          <p:spPr>
            <a:xfrm>
              <a:off x="8173537" y="1216729"/>
              <a:ext cx="6519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NC</a:t>
              </a:r>
            </a:p>
          </p:txBody>
        </p:sp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20322B30-16A9-5968-45A4-C987A2065FC5}"/>
                </a:ext>
              </a:extLst>
            </p:cNvPr>
            <p:cNvCxnSpPr/>
            <p:nvPr/>
          </p:nvCxnSpPr>
          <p:spPr>
            <a:xfrm flipV="1">
              <a:off x="3742266" y="6056213"/>
              <a:ext cx="0" cy="524933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7D435128-066F-8415-B7EA-50F7DA81B42C}"/>
                </a:ext>
              </a:extLst>
            </p:cNvPr>
            <p:cNvSpPr txBox="1"/>
            <p:nvPr/>
          </p:nvSpPr>
          <p:spPr>
            <a:xfrm>
              <a:off x="2042069" y="6164890"/>
              <a:ext cx="1739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I2C from Arduino</a:t>
              </a:r>
            </a:p>
          </p:txBody>
        </p:sp>
        <p:cxnSp>
          <p:nvCxnSpPr>
            <p:cNvPr id="1053" name="Straight Arrow Connector 1052">
              <a:extLst>
                <a:ext uri="{FF2B5EF4-FFF2-40B4-BE49-F238E27FC236}">
                  <a16:creationId xmlns:a16="http://schemas.microsoft.com/office/drawing/2014/main" id="{4F8B15D8-8DD1-69A8-A72B-012987DE355F}"/>
                </a:ext>
              </a:extLst>
            </p:cNvPr>
            <p:cNvCxnSpPr>
              <a:cxnSpLocks/>
            </p:cNvCxnSpPr>
            <p:nvPr/>
          </p:nvCxnSpPr>
          <p:spPr>
            <a:xfrm>
              <a:off x="4203699" y="6079497"/>
              <a:ext cx="0" cy="524933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EDEEF2C0-91F6-FCFD-97B1-39C4C26FADC8}"/>
                </a:ext>
              </a:extLst>
            </p:cNvPr>
            <p:cNvSpPr txBox="1"/>
            <p:nvPr/>
          </p:nvSpPr>
          <p:spPr>
            <a:xfrm>
              <a:off x="4253160" y="6096906"/>
              <a:ext cx="17399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I2C to other boards (future)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6787516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talLogo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8171C2D-82A6-455B-B06E-C176ED724554}" vid="{19787A79-310C-4769-B3D3-58D1215437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HorizontalLogo</vt:lpstr>
      <vt:lpstr>Subtask 4.3.0: Valve Control Wiring Diagram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Carson Mark McGuire</dc:creator>
  <cp:lastModifiedBy>Carson Mark McGuire</cp:lastModifiedBy>
  <cp:revision>1</cp:revision>
  <dcterms:created xsi:type="dcterms:W3CDTF">2025-06-30T14:04:03Z</dcterms:created>
  <dcterms:modified xsi:type="dcterms:W3CDTF">2025-06-30T14:04:31Z</dcterms:modified>
</cp:coreProperties>
</file>